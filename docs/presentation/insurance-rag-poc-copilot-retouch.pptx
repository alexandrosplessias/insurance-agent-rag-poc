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616" y="942"/>
      </p:cViewPr>
      <p:guideLst>
        <p:guide orient="horz" pos="16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lessias, Alexandros" userId="a9465d1e-3850-41c1-aeee-f69caa53d33b" providerId="ADAL" clId="{48A09FC9-4180-4F2B-AB2E-FB2200F532BD}"/>
    <pc:docChg chg="custSel mod addSld modSld addMainMaster delMainMaster modMainMaster setSldSz">
      <pc:chgData name="Plessias, Alexandros" userId="a9465d1e-3850-41c1-aeee-f69caa53d33b" providerId="ADAL" clId="{48A09FC9-4180-4F2B-AB2E-FB2200F532BD}" dt="2026-06-02T07:19:12.803" v="11" actId="12"/>
      <pc:docMkLst>
        <pc:docMk/>
      </pc:docMkLst>
      <pc:sldChg chg="addSp modSp mod setBg modClrScheme chgLayout modNotes">
        <pc:chgData name="Plessias, Alexandros" userId="a9465d1e-3850-41c1-aeee-f69caa53d33b" providerId="ADAL" clId="{48A09FC9-4180-4F2B-AB2E-FB2200F532BD}" dt="2026-06-02T07:16:02.414" v="3" actId="26606"/>
        <pc:sldMkLst>
          <pc:docMk/>
          <pc:sldMk cId="0" sldId="256"/>
        </pc:sldMkLst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6"/>
            <ac:spMk id="3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6"/>
            <ac:spMk id="4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6"/>
            <ac:spMk id="5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6"/>
            <ac:spMk id="6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6"/>
            <ac:spMk id="7" creationId="{00000000-0000-0000-0000-000000000000}"/>
          </ac:spMkLst>
        </pc:spChg>
      </pc:sldChg>
      <pc:sldChg chg="addSp delSp modSp mod setBg modClrScheme chgLayout modNotes">
        <pc:chgData name="Plessias, Alexandros" userId="a9465d1e-3850-41c1-aeee-f69caa53d33b" providerId="ADAL" clId="{48A09FC9-4180-4F2B-AB2E-FB2200F532BD}" dt="2026-06-02T07:16:02.414" v="3" actId="26606"/>
        <pc:sldMkLst>
          <pc:docMk/>
          <pc:sldMk cId="0" sldId="257"/>
        </pc:sldMkLst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7"/>
            <ac:spMk id="3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7"/>
            <ac:spMk id="4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7"/>
            <ac:spMk id="6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7"/>
            <ac:spMk id="7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7"/>
            <ac:spMk id="9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7"/>
            <ac:spMk id="15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7"/>
            <ac:spMk id="16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7"/>
            <ac:spMk id="17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7"/>
            <ac:spMk id="19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7"/>
            <ac:spMk id="20" creationId="{00000000-0000-0000-0000-000000000000}"/>
          </ac:spMkLst>
        </pc:spChg>
        <pc:picChg chg="mod replId">
          <ac:chgData name="Plessias, Alexandros" userId="a9465d1e-3850-41c1-aeee-f69caa53d33b" providerId="ADAL" clId="{48A09FC9-4180-4F2B-AB2E-FB2200F532BD}" dt="2026-06-02T07:16:01.291" v="2" actId="26606"/>
          <ac:picMkLst>
            <pc:docMk/>
            <pc:sldMk cId="0" sldId="257"/>
            <ac:picMk id="21" creationId="{00000000-0000-0000-0000-000000000000}"/>
          </ac:picMkLst>
        </pc:picChg>
      </pc:sldChg>
      <pc:sldChg chg="addSp delSp modSp mod setBg modClrScheme chgLayout modNotes">
        <pc:chgData name="Plessias, Alexandros" userId="a9465d1e-3850-41c1-aeee-f69caa53d33b" providerId="ADAL" clId="{48A09FC9-4180-4F2B-AB2E-FB2200F532BD}" dt="2026-06-02T07:16:02.414" v="3" actId="26606"/>
        <pc:sldMkLst>
          <pc:docMk/>
          <pc:sldMk cId="0" sldId="258"/>
        </pc:sldMkLst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8"/>
            <ac:spMk id="3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8"/>
            <ac:spMk id="4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8"/>
            <ac:spMk id="5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8"/>
            <ac:spMk id="7" creationId="{00000000-0000-0000-0000-000000000000}"/>
          </ac:spMkLst>
        </pc:spChg>
        <pc:spChg chg="del mod replI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8"/>
            <ac:spMk id="9" creationId="{00000000-0000-0000-0000-000000000000}"/>
          </ac:spMkLst>
        </pc:spChg>
        <pc:picChg chg="add">
          <ac:chgData name="Plessias, Alexandros" userId="a9465d1e-3850-41c1-aeee-f69caa53d33b" providerId="ADAL" clId="{48A09FC9-4180-4F2B-AB2E-FB2200F532BD}" dt="2026-06-02T07:16:02.414" v="3" actId="26606"/>
          <ac:picMkLst>
            <pc:docMk/>
            <pc:sldMk cId="0" sldId="258"/>
            <ac:picMk id="6" creationId="{00000000-0000-0000-0000-000000000000}"/>
          </ac:picMkLst>
        </pc:picChg>
        <pc:picChg chg="del mod replId">
          <ac:chgData name="Plessias, Alexandros" userId="a9465d1e-3850-41c1-aeee-f69caa53d33b" providerId="ADAL" clId="{48A09FC9-4180-4F2B-AB2E-FB2200F532BD}" dt="2026-06-02T07:16:02.414" v="3" actId="26606"/>
          <ac:picMkLst>
            <pc:docMk/>
            <pc:sldMk cId="0" sldId="258"/>
            <ac:picMk id="8" creationId="{00000000-0000-0000-0000-000000000000}"/>
          </ac:picMkLst>
        </pc:picChg>
      </pc:sldChg>
      <pc:sldChg chg="addSp delSp modSp mod setBg modClrScheme chgLayout modNotes">
        <pc:chgData name="Plessias, Alexandros" userId="a9465d1e-3850-41c1-aeee-f69caa53d33b" providerId="ADAL" clId="{48A09FC9-4180-4F2B-AB2E-FB2200F532BD}" dt="2026-06-02T07:16:02.414" v="3" actId="26606"/>
        <pc:sldMkLst>
          <pc:docMk/>
          <pc:sldMk cId="0" sldId="259"/>
        </pc:sldMkLst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9"/>
            <ac:spMk id="2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9"/>
            <ac:spMk id="3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9"/>
            <ac:spMk id="4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9"/>
            <ac:spMk id="5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9"/>
            <ac:spMk id="6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59"/>
            <ac:spMk id="8" creationId="{00000000-0000-0000-0000-000000000000}"/>
          </ac:spMkLst>
        </pc:spChg>
        <pc:picChg chg="add">
          <ac:chgData name="Plessias, Alexandros" userId="a9465d1e-3850-41c1-aeee-f69caa53d33b" providerId="ADAL" clId="{48A09FC9-4180-4F2B-AB2E-FB2200F532BD}" dt="2026-06-02T07:16:02.414" v="3" actId="26606"/>
          <ac:picMkLst>
            <pc:docMk/>
            <pc:sldMk cId="0" sldId="259"/>
            <ac:picMk id="7" creationId="{00000000-0000-0000-0000-000000000000}"/>
          </ac:picMkLst>
        </pc:picChg>
        <pc:picChg chg="del mod replId">
          <ac:chgData name="Plessias, Alexandros" userId="a9465d1e-3850-41c1-aeee-f69caa53d33b" providerId="ADAL" clId="{48A09FC9-4180-4F2B-AB2E-FB2200F532BD}" dt="2026-06-02T07:16:02.414" v="3" actId="26606"/>
          <ac:picMkLst>
            <pc:docMk/>
            <pc:sldMk cId="0" sldId="259"/>
            <ac:picMk id="9" creationId="{00000000-0000-0000-0000-000000000000}"/>
          </ac:picMkLst>
        </pc:picChg>
      </pc:sldChg>
      <pc:sldChg chg="addSp delSp modSp mod setBg modClrScheme chgLayout modNotes">
        <pc:chgData name="Plessias, Alexandros" userId="a9465d1e-3850-41c1-aeee-f69caa53d33b" providerId="ADAL" clId="{48A09FC9-4180-4F2B-AB2E-FB2200F532BD}" dt="2026-06-02T07:16:02.414" v="3" actId="26606"/>
        <pc:sldMkLst>
          <pc:docMk/>
          <pc:sldMk cId="0" sldId="260"/>
        </pc:sldMkLst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0"/>
            <ac:spMk id="3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0"/>
            <ac:spMk id="4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0"/>
            <ac:spMk id="5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0"/>
            <ac:spMk id="6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0"/>
            <ac:spMk id="8" creationId="{00000000-0000-0000-0000-000000000000}"/>
          </ac:spMkLst>
        </pc:spChg>
        <pc:picChg chg="add">
          <ac:chgData name="Plessias, Alexandros" userId="a9465d1e-3850-41c1-aeee-f69caa53d33b" providerId="ADAL" clId="{48A09FC9-4180-4F2B-AB2E-FB2200F532BD}" dt="2026-06-02T07:16:02.414" v="3" actId="26606"/>
          <ac:picMkLst>
            <pc:docMk/>
            <pc:sldMk cId="0" sldId="260"/>
            <ac:picMk id="7" creationId="{00000000-0000-0000-0000-000000000000}"/>
          </ac:picMkLst>
        </pc:picChg>
        <pc:picChg chg="del mod replId">
          <ac:chgData name="Plessias, Alexandros" userId="a9465d1e-3850-41c1-aeee-f69caa53d33b" providerId="ADAL" clId="{48A09FC9-4180-4F2B-AB2E-FB2200F532BD}" dt="2026-06-02T07:16:02.414" v="3" actId="26606"/>
          <ac:picMkLst>
            <pc:docMk/>
            <pc:sldMk cId="0" sldId="260"/>
            <ac:picMk id="9" creationId="{00000000-0000-0000-0000-000000000000}"/>
          </ac:picMkLst>
        </pc:picChg>
      </pc:sldChg>
      <pc:sldChg chg="addSp delSp modSp mod setBg modClrScheme chgLayout modNotes">
        <pc:chgData name="Plessias, Alexandros" userId="a9465d1e-3850-41c1-aeee-f69caa53d33b" providerId="ADAL" clId="{48A09FC9-4180-4F2B-AB2E-FB2200F532BD}" dt="2026-06-02T07:16:02.414" v="3" actId="26606"/>
        <pc:sldMkLst>
          <pc:docMk/>
          <pc:sldMk cId="0" sldId="261"/>
        </pc:sldMkLst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1"/>
            <ac:spMk id="3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1"/>
            <ac:spMk id="4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1"/>
            <ac:spMk id="5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1"/>
            <ac:spMk id="6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1"/>
            <ac:spMk id="8" creationId="{00000000-0000-0000-0000-000000000000}"/>
          </ac:spMkLst>
        </pc:spChg>
        <pc:picChg chg="add">
          <ac:chgData name="Plessias, Alexandros" userId="a9465d1e-3850-41c1-aeee-f69caa53d33b" providerId="ADAL" clId="{48A09FC9-4180-4F2B-AB2E-FB2200F532BD}" dt="2026-06-02T07:16:02.414" v="3" actId="26606"/>
          <ac:picMkLst>
            <pc:docMk/>
            <pc:sldMk cId="0" sldId="261"/>
            <ac:picMk id="7" creationId="{00000000-0000-0000-0000-000000000000}"/>
          </ac:picMkLst>
        </pc:picChg>
        <pc:picChg chg="del mod replId">
          <ac:chgData name="Plessias, Alexandros" userId="a9465d1e-3850-41c1-aeee-f69caa53d33b" providerId="ADAL" clId="{48A09FC9-4180-4F2B-AB2E-FB2200F532BD}" dt="2026-06-02T07:16:02.414" v="3" actId="26606"/>
          <ac:picMkLst>
            <pc:docMk/>
            <pc:sldMk cId="0" sldId="261"/>
            <ac:picMk id="9" creationId="{00000000-0000-0000-0000-000000000000}"/>
          </ac:picMkLst>
        </pc:picChg>
      </pc:sldChg>
      <pc:sldChg chg="addSp delSp modSp mod setBg modClrScheme chgLayout modNotes">
        <pc:chgData name="Plessias, Alexandros" userId="a9465d1e-3850-41c1-aeee-f69caa53d33b" providerId="ADAL" clId="{48A09FC9-4180-4F2B-AB2E-FB2200F532BD}" dt="2026-06-02T07:16:02.414" v="3" actId="26606"/>
        <pc:sldMkLst>
          <pc:docMk/>
          <pc:sldMk cId="0" sldId="262"/>
        </pc:sldMkLst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2"/>
            <ac:spMk id="2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2"/>
            <ac:spMk id="3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2"/>
            <ac:spMk id="4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2"/>
            <ac:spMk id="5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2"/>
            <ac:spMk id="6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2"/>
            <ac:spMk id="8" creationId="{00000000-0000-0000-0000-000000000000}"/>
          </ac:spMkLst>
        </pc:spChg>
        <pc:picChg chg="add">
          <ac:chgData name="Plessias, Alexandros" userId="a9465d1e-3850-41c1-aeee-f69caa53d33b" providerId="ADAL" clId="{48A09FC9-4180-4F2B-AB2E-FB2200F532BD}" dt="2026-06-02T07:16:02.414" v="3" actId="26606"/>
          <ac:picMkLst>
            <pc:docMk/>
            <pc:sldMk cId="0" sldId="262"/>
            <ac:picMk id="7" creationId="{00000000-0000-0000-0000-000000000000}"/>
          </ac:picMkLst>
        </pc:picChg>
        <pc:picChg chg="del mod replId">
          <ac:chgData name="Plessias, Alexandros" userId="a9465d1e-3850-41c1-aeee-f69caa53d33b" providerId="ADAL" clId="{48A09FC9-4180-4F2B-AB2E-FB2200F532BD}" dt="2026-06-02T07:16:02.414" v="3" actId="26606"/>
          <ac:picMkLst>
            <pc:docMk/>
            <pc:sldMk cId="0" sldId="262"/>
            <ac:picMk id="9" creationId="{00000000-0000-0000-0000-000000000000}"/>
          </ac:picMkLst>
        </pc:picChg>
      </pc:sldChg>
      <pc:sldChg chg="addSp delSp modSp mod setBg modClrScheme chgLayout modNotes">
        <pc:chgData name="Plessias, Alexandros" userId="a9465d1e-3850-41c1-aeee-f69caa53d33b" providerId="ADAL" clId="{48A09FC9-4180-4F2B-AB2E-FB2200F532BD}" dt="2026-06-02T07:16:02.414" v="3" actId="26606"/>
        <pc:sldMkLst>
          <pc:docMk/>
          <pc:sldMk cId="0" sldId="263"/>
        </pc:sldMkLst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3"/>
            <ac:spMk id="3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3"/>
            <ac:spMk id="4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3"/>
            <ac:spMk id="5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3"/>
            <ac:spMk id="6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3"/>
            <ac:spMk id="8" creationId="{00000000-0000-0000-0000-000000000000}"/>
          </ac:spMkLst>
        </pc:spChg>
        <pc:picChg chg="add">
          <ac:chgData name="Plessias, Alexandros" userId="a9465d1e-3850-41c1-aeee-f69caa53d33b" providerId="ADAL" clId="{48A09FC9-4180-4F2B-AB2E-FB2200F532BD}" dt="2026-06-02T07:16:02.414" v="3" actId="26606"/>
          <ac:picMkLst>
            <pc:docMk/>
            <pc:sldMk cId="0" sldId="263"/>
            <ac:picMk id="7" creationId="{00000000-0000-0000-0000-000000000000}"/>
          </ac:picMkLst>
        </pc:picChg>
        <pc:picChg chg="del mod replId">
          <ac:chgData name="Plessias, Alexandros" userId="a9465d1e-3850-41c1-aeee-f69caa53d33b" providerId="ADAL" clId="{48A09FC9-4180-4F2B-AB2E-FB2200F532BD}" dt="2026-06-02T07:16:02.414" v="3" actId="26606"/>
          <ac:picMkLst>
            <pc:docMk/>
            <pc:sldMk cId="0" sldId="263"/>
            <ac:picMk id="9" creationId="{00000000-0000-0000-0000-000000000000}"/>
          </ac:picMkLst>
        </pc:picChg>
      </pc:sldChg>
      <pc:sldChg chg="addSp delSp modSp mod setBg modClrScheme chgLayout modNotes">
        <pc:chgData name="Plessias, Alexandros" userId="a9465d1e-3850-41c1-aeee-f69caa53d33b" providerId="ADAL" clId="{48A09FC9-4180-4F2B-AB2E-FB2200F532BD}" dt="2026-06-02T07:16:02.414" v="3" actId="26606"/>
        <pc:sldMkLst>
          <pc:docMk/>
          <pc:sldMk cId="0" sldId="264"/>
        </pc:sldMkLst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4"/>
            <ac:spMk id="2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4"/>
            <ac:spMk id="3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4"/>
            <ac:spMk id="4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4"/>
            <ac:spMk id="5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4"/>
            <ac:spMk id="6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4"/>
            <ac:spMk id="8" creationId="{00000000-0000-0000-0000-000000000000}"/>
          </ac:spMkLst>
        </pc:spChg>
        <pc:picChg chg="add">
          <ac:chgData name="Plessias, Alexandros" userId="a9465d1e-3850-41c1-aeee-f69caa53d33b" providerId="ADAL" clId="{48A09FC9-4180-4F2B-AB2E-FB2200F532BD}" dt="2026-06-02T07:16:02.414" v="3" actId="26606"/>
          <ac:picMkLst>
            <pc:docMk/>
            <pc:sldMk cId="0" sldId="264"/>
            <ac:picMk id="7" creationId="{00000000-0000-0000-0000-000000000000}"/>
          </ac:picMkLst>
        </pc:picChg>
        <pc:picChg chg="del mod replId">
          <ac:chgData name="Plessias, Alexandros" userId="a9465d1e-3850-41c1-aeee-f69caa53d33b" providerId="ADAL" clId="{48A09FC9-4180-4F2B-AB2E-FB2200F532BD}" dt="2026-06-02T07:16:02.414" v="3" actId="26606"/>
          <ac:picMkLst>
            <pc:docMk/>
            <pc:sldMk cId="0" sldId="264"/>
            <ac:picMk id="9" creationId="{00000000-0000-0000-0000-000000000000}"/>
          </ac:picMkLst>
        </pc:picChg>
      </pc:sldChg>
      <pc:sldChg chg="addSp delSp modSp mod setBg modClrScheme chgLayout modNotes">
        <pc:chgData name="Plessias, Alexandros" userId="a9465d1e-3850-41c1-aeee-f69caa53d33b" providerId="ADAL" clId="{48A09FC9-4180-4F2B-AB2E-FB2200F532BD}" dt="2026-06-02T07:16:02.414" v="3" actId="26606"/>
        <pc:sldMkLst>
          <pc:docMk/>
          <pc:sldMk cId="0" sldId="265"/>
        </pc:sldMkLst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5"/>
            <ac:spMk id="2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5"/>
            <ac:spMk id="3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5"/>
            <ac:spMk id="4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5"/>
            <ac:spMk id="5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5"/>
            <ac:spMk id="6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5"/>
            <ac:spMk id="8" creationId="{00000000-0000-0000-0000-000000000000}"/>
          </ac:spMkLst>
        </pc:spChg>
        <pc:picChg chg="add">
          <ac:chgData name="Plessias, Alexandros" userId="a9465d1e-3850-41c1-aeee-f69caa53d33b" providerId="ADAL" clId="{48A09FC9-4180-4F2B-AB2E-FB2200F532BD}" dt="2026-06-02T07:16:02.414" v="3" actId="26606"/>
          <ac:picMkLst>
            <pc:docMk/>
            <pc:sldMk cId="0" sldId="265"/>
            <ac:picMk id="7" creationId="{00000000-0000-0000-0000-000000000000}"/>
          </ac:picMkLst>
        </pc:picChg>
        <pc:picChg chg="del mod replId">
          <ac:chgData name="Plessias, Alexandros" userId="a9465d1e-3850-41c1-aeee-f69caa53d33b" providerId="ADAL" clId="{48A09FC9-4180-4F2B-AB2E-FB2200F532BD}" dt="2026-06-02T07:16:02.414" v="3" actId="26606"/>
          <ac:picMkLst>
            <pc:docMk/>
            <pc:sldMk cId="0" sldId="265"/>
            <ac:picMk id="9" creationId="{00000000-0000-0000-0000-000000000000}"/>
          </ac:picMkLst>
        </pc:picChg>
      </pc:sldChg>
      <pc:sldChg chg="addSp delSp modSp mod setBg modClrScheme chgLayout modNotes">
        <pc:chgData name="Plessias, Alexandros" userId="a9465d1e-3850-41c1-aeee-f69caa53d33b" providerId="ADAL" clId="{48A09FC9-4180-4F2B-AB2E-FB2200F532BD}" dt="2026-06-02T07:16:02.414" v="3" actId="26606"/>
        <pc:sldMkLst>
          <pc:docMk/>
          <pc:sldMk cId="0" sldId="266"/>
        </pc:sldMkLst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6"/>
            <ac:spMk id="2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6"/>
            <ac:spMk id="3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6"/>
            <ac:spMk id="4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6"/>
            <ac:spMk id="5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6"/>
            <ac:spMk id="6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6"/>
            <ac:spMk id="8" creationId="{00000000-0000-0000-0000-000000000000}"/>
          </ac:spMkLst>
        </pc:spChg>
        <pc:picChg chg="add">
          <ac:chgData name="Plessias, Alexandros" userId="a9465d1e-3850-41c1-aeee-f69caa53d33b" providerId="ADAL" clId="{48A09FC9-4180-4F2B-AB2E-FB2200F532BD}" dt="2026-06-02T07:16:02.414" v="3" actId="26606"/>
          <ac:picMkLst>
            <pc:docMk/>
            <pc:sldMk cId="0" sldId="266"/>
            <ac:picMk id="7" creationId="{00000000-0000-0000-0000-000000000000}"/>
          </ac:picMkLst>
        </pc:picChg>
        <pc:picChg chg="del mod replId">
          <ac:chgData name="Plessias, Alexandros" userId="a9465d1e-3850-41c1-aeee-f69caa53d33b" providerId="ADAL" clId="{48A09FC9-4180-4F2B-AB2E-FB2200F532BD}" dt="2026-06-02T07:16:02.414" v="3" actId="26606"/>
          <ac:picMkLst>
            <pc:docMk/>
            <pc:sldMk cId="0" sldId="266"/>
            <ac:picMk id="9" creationId="{00000000-0000-0000-0000-000000000000}"/>
          </ac:picMkLst>
        </pc:picChg>
      </pc:sldChg>
      <pc:sldChg chg="addSp delSp modSp mod setBg modClrScheme chgLayout modNotes">
        <pc:chgData name="Plessias, Alexandros" userId="a9465d1e-3850-41c1-aeee-f69caa53d33b" providerId="ADAL" clId="{48A09FC9-4180-4F2B-AB2E-FB2200F532BD}" dt="2026-06-02T07:16:02.414" v="3" actId="26606"/>
        <pc:sldMkLst>
          <pc:docMk/>
          <pc:sldMk cId="0" sldId="267"/>
        </pc:sldMkLst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7"/>
            <ac:spMk id="2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7"/>
            <ac:spMk id="3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7"/>
            <ac:spMk id="4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7"/>
            <ac:spMk id="5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7"/>
            <ac:spMk id="6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7"/>
            <ac:spMk id="8" creationId="{00000000-0000-0000-0000-000000000000}"/>
          </ac:spMkLst>
        </pc:spChg>
        <pc:picChg chg="add">
          <ac:chgData name="Plessias, Alexandros" userId="a9465d1e-3850-41c1-aeee-f69caa53d33b" providerId="ADAL" clId="{48A09FC9-4180-4F2B-AB2E-FB2200F532BD}" dt="2026-06-02T07:16:02.414" v="3" actId="26606"/>
          <ac:picMkLst>
            <pc:docMk/>
            <pc:sldMk cId="0" sldId="267"/>
            <ac:picMk id="7" creationId="{00000000-0000-0000-0000-000000000000}"/>
          </ac:picMkLst>
        </pc:picChg>
        <pc:picChg chg="del mod replId">
          <ac:chgData name="Plessias, Alexandros" userId="a9465d1e-3850-41c1-aeee-f69caa53d33b" providerId="ADAL" clId="{48A09FC9-4180-4F2B-AB2E-FB2200F532BD}" dt="2026-06-02T07:16:02.414" v="3" actId="26606"/>
          <ac:picMkLst>
            <pc:docMk/>
            <pc:sldMk cId="0" sldId="267"/>
            <ac:picMk id="9" creationId="{00000000-0000-0000-0000-000000000000}"/>
          </ac:picMkLst>
        </pc:picChg>
      </pc:sldChg>
      <pc:sldChg chg="addSp modSp mod setBg modClrScheme chgLayout modNotes">
        <pc:chgData name="Plessias, Alexandros" userId="a9465d1e-3850-41c1-aeee-f69caa53d33b" providerId="ADAL" clId="{48A09FC9-4180-4F2B-AB2E-FB2200F532BD}" dt="2026-06-02T07:16:02.414" v="3" actId="26606"/>
        <pc:sldMkLst>
          <pc:docMk/>
          <pc:sldMk cId="0" sldId="268"/>
        </pc:sldMkLst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8"/>
            <ac:spMk id="2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8"/>
            <ac:spMk id="3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8"/>
            <ac:spMk id="4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8"/>
            <ac:spMk id="5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8"/>
            <ac:spMk id="6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8"/>
            <ac:spMk id="8" creationId="{00000000-0000-0000-0000-000000000000}"/>
          </ac:spMkLst>
        </pc:spChg>
        <pc:picChg chg="add">
          <ac:chgData name="Plessias, Alexandros" userId="a9465d1e-3850-41c1-aeee-f69caa53d33b" providerId="ADAL" clId="{48A09FC9-4180-4F2B-AB2E-FB2200F532BD}" dt="2026-06-02T07:16:02.414" v="3" actId="26606"/>
          <ac:picMkLst>
            <pc:docMk/>
            <pc:sldMk cId="0" sldId="268"/>
            <ac:picMk id="7" creationId="{00000000-0000-0000-0000-000000000000}"/>
          </ac:picMkLst>
        </pc:picChg>
      </pc:sldChg>
      <pc:sldChg chg="modSp mod setBg modClrScheme chgLayout modNotes">
        <pc:chgData name="Plessias, Alexandros" userId="a9465d1e-3850-41c1-aeee-f69caa53d33b" providerId="ADAL" clId="{48A09FC9-4180-4F2B-AB2E-FB2200F532BD}" dt="2026-06-02T07:18:49.928" v="8" actId="12"/>
        <pc:sldMkLst>
          <pc:docMk/>
          <pc:sldMk cId="0" sldId="269"/>
        </pc:sldMkLst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9"/>
            <ac:spMk id="2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9"/>
            <ac:spMk id="3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8:49.928" v="8" actId="12"/>
          <ac:spMkLst>
            <pc:docMk/>
            <pc:sldMk cId="0" sldId="269"/>
            <ac:spMk id="4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69"/>
            <ac:spMk id="5" creationId="{00000000-0000-0000-0000-000000000000}"/>
          </ac:spMkLst>
        </pc:spChg>
      </pc:sldChg>
      <pc:sldChg chg="addSp delSp modSp mod setBg modClrScheme chgLayout modNotes">
        <pc:chgData name="Plessias, Alexandros" userId="a9465d1e-3850-41c1-aeee-f69caa53d33b" providerId="ADAL" clId="{48A09FC9-4180-4F2B-AB2E-FB2200F532BD}" dt="2026-06-02T07:19:12.803" v="11" actId="12"/>
        <pc:sldMkLst>
          <pc:docMk/>
          <pc:sldMk cId="0" sldId="270"/>
        </pc:sldMkLst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70"/>
            <ac:spMk id="2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70"/>
            <ac:spMk id="3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9:12.803" v="11" actId="12"/>
          <ac:spMkLst>
            <pc:docMk/>
            <pc:sldMk cId="0" sldId="270"/>
            <ac:spMk id="4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70"/>
            <ac:spMk id="5" creationId="{00000000-0000-0000-0000-000000000000}"/>
          </ac:spMkLst>
        </pc:spChg>
        <pc:spChg chg="del 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70"/>
            <ac:spMk id="6" creationId="{00000000-0000-0000-0000-000000000000}"/>
          </ac:spMkLst>
        </pc:spChg>
        <pc:picChg chg="del mod replId">
          <ac:chgData name="Plessias, Alexandros" userId="a9465d1e-3850-41c1-aeee-f69caa53d33b" providerId="ADAL" clId="{48A09FC9-4180-4F2B-AB2E-FB2200F532BD}" dt="2026-06-02T07:16:02.414" v="3" actId="26606"/>
          <ac:picMkLst>
            <pc:docMk/>
            <pc:sldMk cId="0" sldId="270"/>
            <ac:picMk id="7" creationId="{00000000-0000-0000-0000-000000000000}"/>
          </ac:picMkLst>
        </pc:picChg>
      </pc:sldChg>
      <pc:sldChg chg="addSp modSp mod setBg modClrScheme chgLayout modNotes">
        <pc:chgData name="Plessias, Alexandros" userId="a9465d1e-3850-41c1-aeee-f69caa53d33b" providerId="ADAL" clId="{48A09FC9-4180-4F2B-AB2E-FB2200F532BD}" dt="2026-06-02T07:16:02.414" v="3" actId="26606"/>
        <pc:sldMkLst>
          <pc:docMk/>
          <pc:sldMk cId="0" sldId="271"/>
        </pc:sldMkLst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71"/>
            <ac:spMk id="2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71"/>
            <ac:spMk id="3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71"/>
            <ac:spMk id="4" creationId="{00000000-0000-0000-0000-000000000000}"/>
          </ac:spMkLst>
        </pc:spChg>
        <pc:spChg chg="mo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71"/>
            <ac:spMk id="5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71"/>
            <ac:spMk id="6" creationId="{00000000-0000-0000-0000-000000000000}"/>
          </ac:spMkLst>
        </pc:spChg>
        <pc:spChg chg="add">
          <ac:chgData name="Plessias, Alexandros" userId="a9465d1e-3850-41c1-aeee-f69caa53d33b" providerId="ADAL" clId="{48A09FC9-4180-4F2B-AB2E-FB2200F532BD}" dt="2026-06-02T07:16:02.414" v="3" actId="26606"/>
          <ac:spMkLst>
            <pc:docMk/>
            <pc:sldMk cId="0" sldId="271"/>
            <ac:spMk id="8" creationId="{00000000-0000-0000-0000-000000000000}"/>
          </ac:spMkLst>
        </pc:spChg>
        <pc:picChg chg="add">
          <ac:chgData name="Plessias, Alexandros" userId="a9465d1e-3850-41c1-aeee-f69caa53d33b" providerId="ADAL" clId="{48A09FC9-4180-4F2B-AB2E-FB2200F532BD}" dt="2026-06-02T07:16:02.414" v="3" actId="26606"/>
          <ac:picMkLst>
            <pc:docMk/>
            <pc:sldMk cId="0" sldId="271"/>
            <ac:picMk id="7" creationId="{00000000-0000-0000-0000-000000000000}"/>
          </ac:picMkLst>
        </pc:picChg>
      </pc:sldChg>
      <pc:sldChg chg="add">
        <pc:chgData name="Plessias, Alexandros" userId="a9465d1e-3850-41c1-aeee-f69caa53d33b" providerId="ADAL" clId="{48A09FC9-4180-4F2B-AB2E-FB2200F532BD}" dt="2026-06-02T07:16:02.414" v="3" actId="26606"/>
        <pc:sldMkLst>
          <pc:docMk/>
          <pc:sldMk cId="0" sldId="272"/>
        </pc:sldMkLst>
      </pc:sldChg>
      <pc:sldMasterChg chg="add addSldLayout">
        <pc:chgData name="Plessias, Alexandros" userId="a9465d1e-3850-41c1-aeee-f69caa53d33b" providerId="ADAL" clId="{48A09FC9-4180-4F2B-AB2E-FB2200F532BD}" dt="2026-06-02T07:16:02.414" v="3" actId="26606"/>
        <pc:sldMasterMkLst>
          <pc:docMk/>
          <pc:sldMasterMk cId="0" sldId="2147483648"/>
        </pc:sldMasterMkLst>
        <pc:sldLayoutChg chg="add">
          <pc:chgData name="Plessias, Alexandros" userId="a9465d1e-3850-41c1-aeee-f69caa53d33b" providerId="ADAL" clId="{48A09FC9-4180-4F2B-AB2E-FB2200F532BD}" dt="2026-06-02T07:16:02.414" v="3" actId="26606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del replId delSldLayout modSldLayout">
        <pc:chgData name="Plessias, Alexandros" userId="a9465d1e-3850-41c1-aeee-f69caa53d33b" providerId="ADAL" clId="{48A09FC9-4180-4F2B-AB2E-FB2200F532BD}" dt="2026-06-02T07:16:02.414" v="3" actId="26606"/>
        <pc:sldMasterMkLst>
          <pc:docMk/>
          <pc:sldMasterMk cId="2209977519" sldId="2147483660"/>
        </pc:sldMasterMkLst>
        <pc:sldLayoutChg chg="del">
          <pc:chgData name="Plessias, Alexandros" userId="a9465d1e-3850-41c1-aeee-f69caa53d33b" providerId="ADAL" clId="{48A09FC9-4180-4F2B-AB2E-FB2200F532BD}" dt="2026-06-02T07:16:02.414" v="3" actId="26606"/>
          <pc:sldLayoutMkLst>
            <pc:docMk/>
            <pc:sldMasterMk cId="2209977519" sldId="2147483660"/>
            <pc:sldLayoutMk cId="2614314258" sldId="2147483650"/>
          </pc:sldLayoutMkLst>
        </pc:sldLayoutChg>
        <pc:sldLayoutChg chg="del">
          <pc:chgData name="Plessias, Alexandros" userId="a9465d1e-3850-41c1-aeee-f69caa53d33b" providerId="ADAL" clId="{48A09FC9-4180-4F2B-AB2E-FB2200F532BD}" dt="2026-06-02T07:16:02.414" v="3" actId="26606"/>
          <pc:sldLayoutMkLst>
            <pc:docMk/>
            <pc:sldMasterMk cId="2209977519" sldId="2147483660"/>
            <pc:sldLayoutMk cId="960648375" sldId="2147483651"/>
          </pc:sldLayoutMkLst>
        </pc:sldLayoutChg>
        <pc:sldLayoutChg chg="del">
          <pc:chgData name="Plessias, Alexandros" userId="a9465d1e-3850-41c1-aeee-f69caa53d33b" providerId="ADAL" clId="{48A09FC9-4180-4F2B-AB2E-FB2200F532BD}" dt="2026-06-02T07:16:02.414" v="3" actId="26606"/>
          <pc:sldLayoutMkLst>
            <pc:docMk/>
            <pc:sldMasterMk cId="2209977519" sldId="2147483660"/>
            <pc:sldLayoutMk cId="2782244947" sldId="2147483652"/>
          </pc:sldLayoutMkLst>
        </pc:sldLayoutChg>
        <pc:sldLayoutChg chg="del">
          <pc:chgData name="Plessias, Alexandros" userId="a9465d1e-3850-41c1-aeee-f69caa53d33b" providerId="ADAL" clId="{48A09FC9-4180-4F2B-AB2E-FB2200F532BD}" dt="2026-06-02T07:16:02.414" v="3" actId="26606"/>
          <pc:sldLayoutMkLst>
            <pc:docMk/>
            <pc:sldMasterMk cId="2209977519" sldId="2147483660"/>
            <pc:sldLayoutMk cId="990158736" sldId="2147483653"/>
          </pc:sldLayoutMkLst>
        </pc:sldLayoutChg>
        <pc:sldLayoutChg chg="del">
          <pc:chgData name="Plessias, Alexandros" userId="a9465d1e-3850-41c1-aeee-f69caa53d33b" providerId="ADAL" clId="{48A09FC9-4180-4F2B-AB2E-FB2200F532BD}" dt="2026-06-02T07:16:02.414" v="3" actId="26606"/>
          <pc:sldLayoutMkLst>
            <pc:docMk/>
            <pc:sldMasterMk cId="2209977519" sldId="2147483660"/>
            <pc:sldLayoutMk cId="727027711" sldId="2147483654"/>
          </pc:sldLayoutMkLst>
        </pc:sldLayoutChg>
        <pc:sldLayoutChg chg="del">
          <pc:chgData name="Plessias, Alexandros" userId="a9465d1e-3850-41c1-aeee-f69caa53d33b" providerId="ADAL" clId="{48A09FC9-4180-4F2B-AB2E-FB2200F532BD}" dt="2026-06-02T07:16:02.414" v="3" actId="26606"/>
          <pc:sldLayoutMkLst>
            <pc:docMk/>
            <pc:sldMasterMk cId="2209977519" sldId="2147483660"/>
            <pc:sldLayoutMk cId="1212999818" sldId="2147483655"/>
          </pc:sldLayoutMkLst>
        </pc:sldLayoutChg>
        <pc:sldLayoutChg chg="del">
          <pc:chgData name="Plessias, Alexandros" userId="a9465d1e-3850-41c1-aeee-f69caa53d33b" providerId="ADAL" clId="{48A09FC9-4180-4F2B-AB2E-FB2200F532BD}" dt="2026-06-02T07:16:02.414" v="3" actId="26606"/>
          <pc:sldLayoutMkLst>
            <pc:docMk/>
            <pc:sldMasterMk cId="2209977519" sldId="2147483660"/>
            <pc:sldLayoutMk cId="1840726560" sldId="2147483656"/>
          </pc:sldLayoutMkLst>
        </pc:sldLayoutChg>
        <pc:sldLayoutChg chg="del">
          <pc:chgData name="Plessias, Alexandros" userId="a9465d1e-3850-41c1-aeee-f69caa53d33b" providerId="ADAL" clId="{48A09FC9-4180-4F2B-AB2E-FB2200F532BD}" dt="2026-06-02T07:16:02.414" v="3" actId="26606"/>
          <pc:sldLayoutMkLst>
            <pc:docMk/>
            <pc:sldMasterMk cId="2209977519" sldId="2147483660"/>
            <pc:sldLayoutMk cId="3889236939" sldId="2147483657"/>
          </pc:sldLayoutMkLst>
        </pc:sldLayoutChg>
        <pc:sldLayoutChg chg="del">
          <pc:chgData name="Plessias, Alexandros" userId="a9465d1e-3850-41c1-aeee-f69caa53d33b" providerId="ADAL" clId="{48A09FC9-4180-4F2B-AB2E-FB2200F532BD}" dt="2026-06-02T07:16:02.414" v="3" actId="26606"/>
          <pc:sldLayoutMkLst>
            <pc:docMk/>
            <pc:sldMasterMk cId="2209977519" sldId="2147483660"/>
            <pc:sldLayoutMk cId="2910927964" sldId="2147483658"/>
          </pc:sldLayoutMkLst>
        </pc:sldLayoutChg>
        <pc:sldLayoutChg chg="del">
          <pc:chgData name="Plessias, Alexandros" userId="a9465d1e-3850-41c1-aeee-f69caa53d33b" providerId="ADAL" clId="{48A09FC9-4180-4F2B-AB2E-FB2200F532BD}" dt="2026-06-02T07:16:02.414" v="3" actId="26606"/>
          <pc:sldLayoutMkLst>
            <pc:docMk/>
            <pc:sldMasterMk cId="2209977519" sldId="2147483660"/>
            <pc:sldLayoutMk cId="3612223792" sldId="2147483659"/>
          </pc:sldLayoutMkLst>
        </pc:sldLayoutChg>
        <pc:sldLayoutChg chg="del replId">
          <pc:chgData name="Plessias, Alexandros" userId="a9465d1e-3850-41c1-aeee-f69caa53d33b" providerId="ADAL" clId="{48A09FC9-4180-4F2B-AB2E-FB2200F532BD}" dt="2026-06-02T07:16:02.414" v="3" actId="26606"/>
          <pc:sldLayoutMkLst>
            <pc:docMk/>
            <pc:sldMasterMk cId="2209977519" sldId="2147483660"/>
            <pc:sldLayoutMk cId="3168075583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8983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838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>
            <a:spLocks/>
          </p:cNvSpPr>
          <p:nvPr/>
        </p:nvSpPr>
        <p:spPr>
          <a:xfrm>
            <a:off x="548640" y="1828800"/>
            <a:ext cx="54864" cy="137160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/>
          </p:cNvSpPr>
          <p:nvPr/>
        </p:nvSpPr>
        <p:spPr>
          <a:xfrm>
            <a:off x="822960" y="1645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4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Insurances</a:t>
            </a:r>
            <a:endParaRPr lang="en-US" sz="1600" dirty="0"/>
          </a:p>
        </p:txBody>
      </p:sp>
      <p:sp>
        <p:nvSpPr>
          <p:cNvPr id="5" name="Text 3"/>
          <p:cNvSpPr>
            <a:spLocks/>
          </p:cNvSpPr>
          <p:nvPr/>
        </p:nvSpPr>
        <p:spPr>
          <a:xfrm>
            <a:off x="822960" y="21031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Policy Assistant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assistant for branch operations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Insurances  |  Intelligent Policy Assistant  |  1 / 17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2400" dirty="0"/>
          </a:p>
        </p:txBody>
      </p:sp>
      <p:sp>
        <p:nvSpPr>
          <p:cNvPr id="4" name="Shape 2"/>
          <p:cNvSpPr>
            <a:spLocks/>
          </p:cNvSpPr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864" cy="59436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>
            <a:spLocks/>
          </p:cNvSpPr>
          <p:nvPr/>
        </p:nvSpPr>
        <p:spPr>
          <a:xfrm>
            <a:off x="822960" y="118872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1887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policy and KPI questions in seconds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804672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54864" cy="59436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196596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source citations for every answer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8046720" cy="594360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54864" cy="59436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274320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7432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for regulatory compliance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804672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54864" cy="59436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5204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3520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100% on the workstation — nothing leaves the building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Insurances  |  Intelligent Policy Assistant  |  2 / 17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Challenge</a:t>
            </a:r>
            <a:endParaRPr lang="en-US" sz="2400" dirty="0"/>
          </a:p>
        </p:txBody>
      </p:sp>
      <p:sp>
        <p:nvSpPr>
          <p:cNvPr id="4" name="Text 2"/>
          <p:cNvSpPr>
            <a:spLocks/>
          </p:cNvSpPr>
          <p:nvPr/>
        </p:nvSpPr>
        <p:spPr>
          <a:xfrm>
            <a:off x="548640" y="109728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employees spend hours every day looking up policy clauses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Lookups are slow, inconsistent, and impossible to audit after the fact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answers in seconds with source citations and a full audit trail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 deployment — no sensitive data ever leaves the workstation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54880" y="1035219"/>
            <a:ext cx="4114800" cy="3415963"/>
          </a:xfrm>
          <a:prstGeom prst="rect">
            <a:avLst/>
          </a:prstGeom>
          <a:solidFill>
            <a:srgbClr val="F0F2F5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images/image_72B39F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126659"/>
            <a:ext cx="3931920" cy="32330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Insurances  |  Intelligent Policy Assistant  |  3 / 17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Request Routing</a:t>
            </a:r>
            <a:endParaRPr lang="en-US" sz="2400" dirty="0"/>
          </a:p>
        </p:txBody>
      </p:sp>
      <p:sp>
        <p:nvSpPr>
          <p:cNvPr id="4" name="Text 2"/>
          <p:cNvSpPr>
            <a:spLocks/>
          </p:cNvSpPr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is automatically classified and routed to the right handler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policy questions with year-specific retrieval and built-in validation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—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single-policy summary OR executive annual report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—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quantitative answers across 14 key performance indicators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Clarifier —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asks a clarifying question when the year is ambiguous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Out-of-year —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graceful handling when data is unavailable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—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out-of-scope requests handled politely</a:t>
            </a:r>
            <a:endParaRPr lang="en-US" sz="1200" dirty="0"/>
          </a:p>
        </p:txBody>
      </p:sp>
      <p:sp>
        <p:nvSpPr>
          <p:cNvPr id="6" name="Shape 4"/>
          <p:cNvSpPr>
            <a:spLocks/>
          </p:cNvSpPr>
          <p:nvPr/>
        </p:nvSpPr>
        <p:spPr>
          <a:xfrm>
            <a:off x="4754880" y="2144911"/>
            <a:ext cx="4114800" cy="1196578"/>
          </a:xfrm>
          <a:prstGeom prst="rect">
            <a:avLst/>
          </a:prstGeom>
          <a:solidFill>
            <a:srgbClr val="F0F2F5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mages/image_5C11C9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236351"/>
            <a:ext cx="3931920" cy="10136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Insurances  |  Intelligent Policy Assistant  |  4 / 17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Graph Architecture</a:t>
            </a:r>
            <a:endParaRPr lang="en-US" sz="2400" dirty="0"/>
          </a:p>
        </p:txBody>
      </p:sp>
      <p:sp>
        <p:nvSpPr>
          <p:cNvPr id="4" name="Text 2"/>
          <p:cNvSpPr>
            <a:spLocks/>
          </p:cNvSpPr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routing topology visualized as a compiled decision graph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defined in a single source-of-truth configuration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enforces strict behavioral contracts (permitted and prohibited actions)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point is traceable and fully auditable</a:t>
            </a:r>
            <a:endParaRPr lang="en-US" sz="1200" dirty="0"/>
          </a:p>
        </p:txBody>
      </p:sp>
      <p:sp>
        <p:nvSpPr>
          <p:cNvPr id="6" name="Shape 4"/>
          <p:cNvSpPr>
            <a:spLocks/>
          </p:cNvSpPr>
          <p:nvPr/>
        </p:nvSpPr>
        <p:spPr>
          <a:xfrm>
            <a:off x="4754880" y="1910685"/>
            <a:ext cx="4114800" cy="1665030"/>
          </a:xfrm>
          <a:prstGeom prst="rect">
            <a:avLst/>
          </a:prstGeom>
          <a:solidFill>
            <a:srgbClr val="F0F2F5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mages/image_85727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002125"/>
            <a:ext cx="3931920" cy="1482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Insurances  |  Intelligent Policy Assistant  |  5 / 17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Year-Aware Retrieval &amp; Clarifier</a:t>
            </a:r>
            <a:endParaRPr lang="en-US" sz="2400" dirty="0"/>
          </a:p>
        </p:txBody>
      </p:sp>
      <p:sp>
        <p:nvSpPr>
          <p:cNvPr id="4" name="Text 2"/>
          <p:cNvSpPr>
            <a:spLocks/>
          </p:cNvSpPr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spans 2020–2024 — the 2023 gap tests handling of missing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“What’s the refund window?” — the assistant asks which year (never guesses silently)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replies “2024” — answer is retrieved from the correct policy document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the 2023 policy say?” — request declined before any processing begins</a:t>
            </a:r>
            <a:endParaRPr lang="en-US" sz="1200" dirty="0"/>
          </a:p>
        </p:txBody>
      </p:sp>
      <p:sp>
        <p:nvSpPr>
          <p:cNvPr id="6" name="Shape 4"/>
          <p:cNvSpPr>
            <a:spLocks/>
          </p:cNvSpPr>
          <p:nvPr/>
        </p:nvSpPr>
        <p:spPr>
          <a:xfrm>
            <a:off x="4754880" y="2075795"/>
            <a:ext cx="4114800" cy="1334810"/>
          </a:xfrm>
          <a:prstGeom prst="rect">
            <a:avLst/>
          </a:prstGeom>
          <a:solidFill>
            <a:srgbClr val="F0F2F5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mages/image_45AD3F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167235"/>
            <a:ext cx="3931920" cy="11519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Insurances  |  Intelligent Policy Assistant  |  6 / 17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KPI Queries</a:t>
            </a:r>
            <a:endParaRPr lang="en-US" sz="2400" dirty="0"/>
          </a:p>
        </p:txBody>
      </p:sp>
      <p:sp>
        <p:nvSpPr>
          <p:cNvPr id="4" name="Text 2"/>
          <p:cNvSpPr>
            <a:spLocks/>
          </p:cNvSpPr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answers across 14 KPIs — with deterministic data processing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plans the query, then a rules-based engine executes 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involvement in actual data calculations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built-in validation rules prevent invalid calculations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drill-down (e.g. “now break down by product”)</a:t>
            </a:r>
            <a:endParaRPr lang="en-US" sz="1200" dirty="0"/>
          </a:p>
        </p:txBody>
      </p:sp>
      <p:sp>
        <p:nvSpPr>
          <p:cNvPr id="6" name="Shape 4"/>
          <p:cNvSpPr>
            <a:spLocks/>
          </p:cNvSpPr>
          <p:nvPr/>
        </p:nvSpPr>
        <p:spPr>
          <a:xfrm>
            <a:off x="4754880" y="1311682"/>
            <a:ext cx="4114800" cy="2863036"/>
          </a:xfrm>
          <a:prstGeom prst="rect">
            <a:avLst/>
          </a:prstGeom>
          <a:solidFill>
            <a:srgbClr val="F0F2F5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mages/image_F1D836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03122"/>
            <a:ext cx="3931920" cy="26801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Insurances  |  Intelligent Policy Assistant  |  7 / 17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Drill-Down</a:t>
            </a:r>
            <a:endParaRPr lang="en-US" sz="2400" dirty="0"/>
          </a:p>
        </p:txBody>
      </p:sp>
      <p:sp>
        <p:nvSpPr>
          <p:cNvPr id="4" name="Text 2"/>
          <p:cNvSpPr>
            <a:spLocks/>
          </p:cNvSpPr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follow-up shows what carried over and what changed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Inherited: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metric, filters, and aggregation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Changed: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grouping dimension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reviewers can replay any answer using the unique reproducibility hash attached to each dataset</a:t>
            </a:r>
            <a:endParaRPr lang="en-US" sz="1200" dirty="0"/>
          </a:p>
        </p:txBody>
      </p:sp>
      <p:sp>
        <p:nvSpPr>
          <p:cNvPr id="6" name="Shape 4"/>
          <p:cNvSpPr>
            <a:spLocks/>
          </p:cNvSpPr>
          <p:nvPr/>
        </p:nvSpPr>
        <p:spPr>
          <a:xfrm>
            <a:off x="5064919" y="914400"/>
            <a:ext cx="3494723" cy="3657600"/>
          </a:xfrm>
          <a:prstGeom prst="rect">
            <a:avLst/>
          </a:prstGeom>
          <a:solidFill>
            <a:srgbClr val="F0F2F5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mages/image_2E3BA5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359" y="1005840"/>
            <a:ext cx="3311842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Insurances  |  Intelligent Policy Assistant  |  8 / 17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Annual Report</a:t>
            </a:r>
            <a:endParaRPr lang="en-US" sz="2400" dirty="0"/>
          </a:p>
        </p:txBody>
      </p:sp>
      <p:sp>
        <p:nvSpPr>
          <p:cNvPr id="4" name="Text 2"/>
          <p:cNvSpPr>
            <a:spLocks/>
          </p:cNvSpPr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 generation in three delivery formats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collection, narrative generation, assembly, and formatting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is grounded independently — the model processes one section at a time, ensuring accuracy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output formats from one source: Markdown, DOCX, and PDF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run ID in the footer guarantees full reproducibility</a:t>
            </a:r>
            <a:endParaRPr lang="en-US" sz="1200" dirty="0"/>
          </a:p>
        </p:txBody>
      </p:sp>
      <p:sp>
        <p:nvSpPr>
          <p:cNvPr id="6" name="Shape 4"/>
          <p:cNvSpPr>
            <a:spLocks/>
          </p:cNvSpPr>
          <p:nvPr/>
        </p:nvSpPr>
        <p:spPr>
          <a:xfrm>
            <a:off x="4754880" y="1929884"/>
            <a:ext cx="4114800" cy="1626632"/>
          </a:xfrm>
          <a:prstGeom prst="rect">
            <a:avLst/>
          </a:prstGeom>
          <a:solidFill>
            <a:srgbClr val="F0F2F5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mages/image_932930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021324"/>
            <a:ext cx="3931920" cy="1443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Insurances  |  Intelligent Policy Assistant  |  9 / 17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Indicators</a:t>
            </a:r>
            <a:endParaRPr lang="en-US" sz="2400" dirty="0"/>
          </a:p>
        </p:txBody>
      </p:sp>
      <p:sp>
        <p:nvSpPr>
          <p:cNvPr id="4" name="Text 2"/>
          <p:cNvSpPr>
            <a:spLocks/>
          </p:cNvSpPr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severity is determined by fixed thresholds, not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ratio · Settlement drift · Compliance incidents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thresholds are predefined and auditable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deterministic, trustworthy foundation for risk assessment</a:t>
            </a:r>
            <a:endParaRPr lang="en-US" sz="1200" dirty="0"/>
          </a:p>
        </p:txBody>
      </p:sp>
      <p:sp>
        <p:nvSpPr>
          <p:cNvPr id="6" name="Shape 4"/>
          <p:cNvSpPr>
            <a:spLocks/>
          </p:cNvSpPr>
          <p:nvPr/>
        </p:nvSpPr>
        <p:spPr>
          <a:xfrm>
            <a:off x="4754880" y="985302"/>
            <a:ext cx="4114800" cy="3515797"/>
          </a:xfrm>
          <a:prstGeom prst="rect">
            <a:avLst/>
          </a:prstGeom>
          <a:solidFill>
            <a:srgbClr val="F0F2F5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mages/image_6DBBB0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076742"/>
            <a:ext cx="3931920" cy="33329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Insurances  |  Intelligent Policy Assistant  |  10 / 17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Report Downloads</a:t>
            </a:r>
            <a:endParaRPr lang="en-US" sz="2400" dirty="0"/>
          </a:p>
        </p:txBody>
      </p:sp>
      <p:sp>
        <p:nvSpPr>
          <p:cNvPr id="4" name="Text 2"/>
          <p:cNvSpPr>
            <a:spLocks/>
          </p:cNvSpPr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buttons under every executive report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report source rendered consistently to all three formats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download endpoint for any supported format and year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ID guarantees number consistency across all formats</a:t>
            </a:r>
            <a:endParaRPr lang="en-US" sz="1200" dirty="0"/>
          </a:p>
        </p:txBody>
      </p:sp>
      <p:sp>
        <p:nvSpPr>
          <p:cNvPr id="6" name="Shape 4"/>
          <p:cNvSpPr>
            <a:spLocks/>
          </p:cNvSpPr>
          <p:nvPr/>
        </p:nvSpPr>
        <p:spPr>
          <a:xfrm>
            <a:off x="4754880" y="2406015"/>
            <a:ext cx="4114800" cy="674370"/>
          </a:xfrm>
          <a:prstGeom prst="rect">
            <a:avLst/>
          </a:prstGeom>
          <a:solidFill>
            <a:srgbClr val="F0F2F5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mages/image_37CD71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497455"/>
            <a:ext cx="3931920" cy="4914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Insurances  |  Intelligent Policy Assistant  |  11 / 17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Observability</a:t>
            </a:r>
            <a:endParaRPr lang="en-US" sz="2400" dirty="0"/>
          </a:p>
        </p:txBody>
      </p:sp>
      <p:sp>
        <p:nvSpPr>
          <p:cNvPr id="4" name="Text 2"/>
          <p:cNvSpPr>
            <a:spLocks/>
          </p:cNvSpPr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traces, logs, and metrics built in from day one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traced from request through processing to validation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model calls automatically captured and instrumented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visibility into each processing step and sub-step</a:t>
            </a:r>
            <a:endParaRPr lang="en-US" sz="1200" dirty="0"/>
          </a:p>
        </p:txBody>
      </p:sp>
      <p:sp>
        <p:nvSpPr>
          <p:cNvPr id="6" name="Shape 4"/>
          <p:cNvSpPr>
            <a:spLocks/>
          </p:cNvSpPr>
          <p:nvPr/>
        </p:nvSpPr>
        <p:spPr>
          <a:xfrm>
            <a:off x="5523012" y="914400"/>
            <a:ext cx="2578537" cy="3657600"/>
          </a:xfrm>
          <a:prstGeom prst="rect">
            <a:avLst/>
          </a:prstGeom>
          <a:solidFill>
            <a:srgbClr val="F0F2F5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mages/image_C4510A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452" y="1005840"/>
            <a:ext cx="2395657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Insurances  |  Intelligent Policy Assistant  |  12 / 17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— Compliance Export</a:t>
            </a:r>
            <a:endParaRPr lang="en-US" sz="2400" dirty="0"/>
          </a:p>
        </p:txBody>
      </p:sp>
      <p:sp>
        <p:nvSpPr>
          <p:cNvPr id="4" name="Text 2"/>
          <p:cNvSpPr>
            <a:spLocks/>
          </p:cNvSpPr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routing, retrieval, validation, data, and report decision recorded</a:t>
            </a:r>
            <a:endParaRPr lang="en-US" sz="1200" dirty="0"/>
          </a:p>
        </p:txBody>
      </p:sp>
      <p:sp>
        <p:nvSpPr>
          <p:cNvPr id="5" name="Text 3"/>
          <p:cNvSpPr>
            <a:spLocks/>
          </p:cNvSpPr>
          <p:nvPr/>
        </p:nvSpPr>
        <p:spPr>
          <a:xfrm>
            <a:off x="548640" y="146304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audit database — separate from conversation memory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is cross-referenced with the full observability trace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 to CSV for BI and SIEM tools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the model reason this way?” — answerable weeks later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2068116"/>
            <a:ext cx="4114800" cy="1350169"/>
          </a:xfrm>
          <a:prstGeom prst="rect">
            <a:avLst/>
          </a:prstGeom>
          <a:solidFill>
            <a:srgbClr val="F0F2F5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mages/image_B0DD10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159556"/>
            <a:ext cx="3931920" cy="11672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Insurances  |  Intelligent Policy Assistant  |  13 / 17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Enjoyed Building</a:t>
            </a:r>
            <a:endParaRPr lang="en-US" sz="2400" dirty="0"/>
          </a:p>
        </p:txBody>
      </p:sp>
      <p:sp>
        <p:nvSpPr>
          <p:cNvPr id="4" name="Text 2"/>
          <p:cNvSpPr>
            <a:spLocks/>
          </p:cNvSpPr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open-source constraint.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Zero paid LLM APIs. Every design ran through the “does this still work on a local 7B model?” filter.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Diagram-first design.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Drawing the state machine before the code shaped what got built.</a:t>
            </a:r>
            <a:endParaRPr lang="en-US" sz="110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“View chunk” + Download PDF.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Compliance plumbing disguised as UX.</a:t>
            </a:r>
            <a:endParaRPr lang="en-US" sz="110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Chunker telemetry in Aspire.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Sections, chunks kept vs skipped, embedding spans — all visible without a separate dashboard.</a:t>
            </a:r>
            <a:endParaRPr lang="en-US" sz="110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BO-grade report from a 7B model.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Markdown + chart + Operation expander — a deliberate squeeze of a small local model into a serious deliverable shape.</a:t>
            </a:r>
            <a:endParaRPr lang="en-US" sz="110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Three-format executive report from one source.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Same typed ReportDocument → Markdown / DOCX / PDF. Per-section LLM grounding + deterministic risk bands + reproducibility hash.</a:t>
            </a:r>
            <a:endParaRPr lang="en-US" sz="1100" dirty="0"/>
          </a:p>
        </p:txBody>
      </p:sp>
      <p:sp>
        <p:nvSpPr>
          <p:cNvPr id="5" name="Text 3"/>
          <p:cNvSpPr>
            <a:spLocks/>
          </p:cNvSpPr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Insurances  |  Intelligent Policy Assistant  |  14 / 17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Would Do Differently</a:t>
            </a:r>
            <a:endParaRPr lang="en-US" sz="2400" dirty="0"/>
          </a:p>
        </p:txBody>
      </p:sp>
      <p:sp>
        <p:nvSpPr>
          <p:cNvPr id="4" name="Text 2"/>
          <p:cNvSpPr>
            <a:spLocks/>
          </p:cNvSpPr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Talk-to-Data earlier —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 guard it with UI affordances. Quantitative answers are the highest-value thing the assistant can do, and the easiest to get wrong. Surface rows + Operation alongside every numeric answer; add quick-pick dimension chips + a metric glossary.</a:t>
            </a:r>
            <a:endParaRPr lang="en-US" sz="110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AG-UI as the front-end protocol.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Streamlit was the right call for a PoC; AG-UI brings streaming tool calls, native human-in-the-loop, and a real component model.</a:t>
            </a:r>
            <a:endParaRPr lang="en-US" sz="110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Azurize the model layer for production.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GPT-5.1 for RAG, mini/nano for query reformulation, GPT-5.4 / reasoning-medium for the executive report.</a:t>
            </a:r>
            <a:endParaRPr lang="en-US" sz="110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executive report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a side-by-side experiment against the per-section pipeline. The challenge is structural stability; the prize is dramatically lower latency and cost.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Insurances  |  Intelligent Policy Assistant  |  15 / 17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Architecture on Azure</a:t>
            </a:r>
            <a:endParaRPr lang="en-US" sz="2400" dirty="0"/>
          </a:p>
        </p:txBody>
      </p:sp>
      <p:sp>
        <p:nvSpPr>
          <p:cNvPr id="4" name="Text 2"/>
          <p:cNvSpPr>
            <a:spLocks/>
          </p:cNvSpPr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deployment with enterprise Azure cloud services</a:t>
            </a:r>
            <a:endParaRPr lang="en-US" sz="1200" dirty="0"/>
          </a:p>
        </p:txBody>
      </p:sp>
      <p:sp>
        <p:nvSpPr>
          <p:cNvPr id="5" name="Text 3"/>
          <p:cNvSpPr>
            <a:spLocks/>
          </p:cNvSpPr>
          <p:nvPr/>
        </p:nvSpPr>
        <p:spPr>
          <a:xfrm>
            <a:off x="548640" y="146304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generator —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GPT-5.1 for grounded answers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reformulator —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mini / nano model for sub-second latency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 narrator —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GPT-5.4 / reasoning-medium for multi-section pipelines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—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Azure AI Search with hybrid retrieval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—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Azure Monitor + Langfuse for AI-specific monitoring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—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EU AI Act record-keeping via immutable Blob Storage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52160" y="914400"/>
            <a:ext cx="1920240" cy="3657600"/>
          </a:xfrm>
          <a:prstGeom prst="rect">
            <a:avLst/>
          </a:prstGeom>
          <a:solidFill>
            <a:srgbClr val="F0F2F5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mages/image_417401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05840"/>
            <a:ext cx="173736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Insurances  |  Intelligent Policy Assistant  |  16 / 17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D5A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840480" y="2468880"/>
            <a:ext cx="1463040" cy="36576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demo requests, or deep dives — happy to discuss.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Insurances  |  Intelligent Policy Assistant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1126</Words>
  <Application>Microsoft Office PowerPoint</Application>
  <PresentationFormat>On-screen Show (16:9)</PresentationFormat>
  <Paragraphs>129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Plessias, Alexandros</cp:lastModifiedBy>
  <cp:revision>1</cp:revision>
  <dcterms:created xsi:type="dcterms:W3CDTF">2013-01-27T09:14:16Z</dcterms:created>
  <dcterms:modified xsi:type="dcterms:W3CDTF">2026-06-02T07:19:16Z</dcterms:modified>
  <cp:category/>
</cp:coreProperties>
</file>